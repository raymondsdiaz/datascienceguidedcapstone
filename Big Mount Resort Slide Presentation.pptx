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fair Displ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Lato-regular.fntdata"/><Relationship Id="rId16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6544f45be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6544f45be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6544f45be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6544f45be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6544f45bee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6544f45bee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6544f45be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6544f45be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44f45be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44f45be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6544f45be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6544f45be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Mountain Resort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Pricing Optimization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Identification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Mountain is a ski resort and located in Montana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Due to a new chair lift being installed, operating costs have increased by $1,540,000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Management wants to know how the resort can offset these increased costs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Increasing price?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can they cut costs?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and Key Findings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only one scenario that Big Mountain Resort should implement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Scenario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Involves adding a new run, increasing the vertical drop by 150 ft and installing an additional chair lift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implementation of Scenario 2 would result in an increased ticket price of $1.31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results in an increased seasonal revenue of $2,300,926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Additionally, the model also predicted that the resort can increase the price to $91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Cleansing and Exploratory Analysis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dataset of 330 resorts of America was initially retrieved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dataset was eventually cleaned to only contain 279 records – this was because there were several rows with missing ticket prices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was eventually cleaned and joined back with state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Exploratory analysis was done to uncover data points (features) that were highly correlated with ticket pricing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Features included fast quads, number of runs, number of chairs and the amount snow making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machine learning models created: </a:t>
            </a:r>
            <a:r>
              <a:rPr b="1" lang="en"/>
              <a:t>linear regression</a:t>
            </a:r>
            <a:r>
              <a:rPr lang="en"/>
              <a:t> and </a:t>
            </a:r>
            <a:r>
              <a:rPr b="1" lang="en"/>
              <a:t>random forest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models were tested for accuracy through cross validation from a training and test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forest performed the best by suggesting that Big Mountain Resort could increase their price to $91.34, with a mean absolute error of $10.44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Testing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  <a:highlight>
                  <a:srgbClr val="FFFFFF"/>
                </a:highlight>
              </a:rPr>
              <a:t>For scenario 1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: If the resort were to close just one lift then it would reduce revenue and they would have to reduce the price of the tickets. Closing up to 5 lifts would essentially be the same as closing one lift if Big Mountain were to go that route.</a:t>
            </a:r>
            <a:endParaRPr sz="16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  <a:highlight>
                  <a:srgbClr val="FFFFFF"/>
                </a:highlight>
              </a:rPr>
              <a:t>For scenario 2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: Adding a run, increasing the vertical drop and adding a lift to the resort would support a 1.31 dollar increase to the ticket price and bring in an estimated $2,300,926 in additional revenue over the course of the season</a:t>
            </a:r>
            <a:endParaRPr sz="16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  <a:highlight>
                  <a:srgbClr val="FFFFFF"/>
                </a:highlight>
              </a:rPr>
              <a:t>For scenario 3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: We are adding an additional 2 acres of snow to scenario 2. Zero additional benefit</a:t>
            </a:r>
            <a:endParaRPr sz="16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  <a:highlight>
                  <a:srgbClr val="FFFFFF"/>
                </a:highlight>
              </a:rPr>
              <a:t>For scenario 4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: No increase to revenue at all</a:t>
            </a:r>
            <a:endParaRPr sz="16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Mountain should increase the current ticket price to $91.34 given the facilities that the resort has.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was confirmed by training against resort data from 279 resorts across America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Closing a run would net the company a loss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 2 on the previous slide suggests that the resort can increase the ticket price an addition $1.34, which would result in an increase revenue of $2,300,926 for the season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increasing the ticket price and adding more features to the resort, Big Mountain will be offset the increased expenditures of adding a new chair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